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.xml"/><Relationship Id="rId9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E3A36"/>
                </a:solidFill>
              </a:defRPr>
            </a:pPr>
            <a:r>
              <a:rPr lang="en-US" smtClean="0" sz="44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4400" b="1">
                <a:solidFill>
                  <a:srgbClr val="0E3A36"/>
                </a:solidFill>
              </a:defRPr>
            </a:pPr>
            <a:r>
              <a:rPr lang="en-US" smtClean="0" sz="4400" b="1">
                <a:solidFill>
                  <a:srgbClr val="0E3A36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3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E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3"/>
          <p:cNvSpPr/>
          <p:nvPr/>
        </p:nvSpPr>
        <p:spPr>
          <a:xfrm>
            <a:off x="10195560" y="594360"/>
            <a:ext cx="1051560" cy="10515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3"/>
          <p:cNvSpPr/>
          <p:nvPr/>
        </p:nvSpPr>
        <p:spPr>
          <a:xfrm>
            <a:off x="-822960" y="5120640"/>
            <a:ext cx="2194560" cy="2194560"/>
          </a:xfrm>
          <a:prstGeom prst="ellipse">
            <a:avLst/>
          </a:prstGeom>
          <a:solidFill>
            <a:srgbClr val="C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Second level</a:t>
            </a:r>
          </a:p>
          <a:p>
            <a:pPr lvl="2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Third level</a:t>
            </a:r>
          </a:p>
          <a:p>
            <a:pPr lvl="3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Fourth level</a:t>
            </a:r>
          </a:p>
          <a:p>
            <a:pPr lvl="4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Second level</a:t>
            </a:r>
          </a:p>
          <a:p>
            <a:pPr lvl="2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Third level</a:t>
            </a:r>
          </a:p>
          <a:p>
            <a:pPr lvl="3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Fourth level</a:t>
            </a:r>
          </a:p>
          <a:p>
            <a:pPr lvl="4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Second level</a:t>
            </a:r>
          </a:p>
          <a:p>
            <a:pPr lvl="2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Third level</a:t>
            </a:r>
          </a:p>
          <a:p>
            <a:pPr lvl="3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Fourth level</a:t>
            </a:r>
          </a:p>
          <a:p>
            <a:pPr lvl="4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 sz="2000">
                <a:solidFill>
                  <a:srgbClr val="3C4A48"/>
                </a:solidFill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Second level</a:t>
            </a:r>
          </a:p>
          <a:p>
            <a:pPr lvl="2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Third level</a:t>
            </a:r>
          </a:p>
          <a:p>
            <a:pPr lvl="3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Fourth level</a:t>
            </a:r>
          </a:p>
          <a:p>
            <a:pPr lvl="4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3200" b="1">
                <a:solidFill>
                  <a:srgbClr val="0E3A36"/>
                </a:solidFill>
              </a:defRPr>
            </a:pPr>
            <a:r>
              <a:rPr lang="en-US" smtClean="0" sz="3200" b="1">
                <a:solidFill>
                  <a:srgbClr val="0E3A36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Click to edit Master text styles</a:t>
            </a:r>
          </a:p>
          <a:p>
            <a:pPr lvl="1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Second level</a:t>
            </a:r>
          </a:p>
          <a:p>
            <a:pPr lvl="2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Third level</a:t>
            </a:r>
          </a:p>
          <a:p>
            <a:pPr lvl="3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Fourth level</a:t>
            </a:r>
          </a:p>
          <a:p>
            <a:pPr lvl="4">
              <a:defRPr sz="2000">
                <a:solidFill>
                  <a:srgbClr val="3C4A48"/>
                </a:solidFill>
              </a:defRPr>
            </a:pPr>
            <a:r>
              <a:rPr lang="en-US" smtClean="0" sz="2000" b="0">
                <a:solidFill>
                  <a:srgbClr val="3C4A48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3C4A48"/>
      </a:dk1>
      <a:lt1>
        <a:srgbClr val="FFFFFF"/>
      </a:lt1>
      <a:dk2>
        <a:srgbClr val="325854"/>
      </a:dk2>
      <a:lt2>
        <a:srgbClr val="505C5A"/>
      </a:lt2>
      <a:accent1>
        <a:srgbClr val="0D9488"/>
      </a:accent1>
      <a:accent2>
        <a:srgbClr val="F97316"/>
      </a:accent2>
      <a:accent3>
        <a:srgbClr val="FA8F45"/>
      </a:accent3>
      <a:accent4>
        <a:srgbClr val="92CFC9"/>
      </a:accent4>
      <a:accent5>
        <a:srgbClr val="7AC4BE"/>
      </a:accent5>
      <a:accent6>
        <a:srgbClr val="FCB98A"/>
      </a:accent6>
      <a:hlink>
        <a:srgbClr val="0D9488"/>
      </a:hlink>
      <a:folHlink>
        <a:srgbClr val="F97316"/>
      </a:folHlink>
    </a:clrScheme>
    <a:fontScheme name="Office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