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/>
        </p:nvSpPr>
        <p:spPr>
          <a:xfrm>
            <a:off x="731520" y="914400"/>
            <a:ext cx="1828800" cy="54864"/>
          </a:xfrm>
          <a:prstGeom prst="rect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1" name="Shape 101"/>
          <p:cNvSpPr/>
          <p:nvPr/>
        </p:nvSpPr>
        <p:spPr>
          <a:xfrm>
            <a:rot val="180"/>
            <a:off x="9601200" y="5029200"/>
            <a:ext cx="3200400" cy="2286000"/>
          </a:xfrm>
          <a:prstGeom prst="rtTriangle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rot val="180"/>
            <a:off x="8686800" y="4114800"/>
            <a:ext cx="4114800" cy="3200400"/>
          </a:xfrm>
          <a:prstGeom prst="rtTriangle">
            <a:avLst/>
          </a:prstGeom>
          <a:solidFill>
            <a:srgbClr val="1B4B82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371600"/>
            <a:ext cx="10515600" cy="1828800"/>
          </a:xfrm>
        </p:spPr>
        <p:txBody>
          <a:bodyPr wrap="square" anchor="t">
            <a:norm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515600" cy="1828800"/>
          </a:xfrm>
        </p:spPr>
        <p:txBody>
          <a:bodyPr wrap="square">
            <a:normAutofit/>
          </a:bodyPr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 sz="2000" b="0">
                <a:solidFill>
                  <a:srgbClr val="8899BB"/>
                </a:solidFill>
                <a:latin typeface="Calibri"/>
              </a:defRPr>
            </a:pPr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  <p:bg>
      <p:bgPr>
        <a:solidFill>
          <a:srgbClr val="0F2A4A"/>
        </a:solidFill>
      </p:bgPr>
    </p:bg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/>
        </p:nvSpPr>
        <p:spPr>
          <a:xfrm>
            <a:off x="11612880" y="137160"/>
            <a:ext cx="274320" cy="274320"/>
          </a:xfrm>
          <a:prstGeom prst="rect">
            <a:avLst/>
          </a:prstGeom>
          <a:solidFill>
            <a:srgbClr val="6DAEFE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11338560" y="274320"/>
            <a:ext cx="457200" cy="457200"/>
          </a:xfrm>
          <a:prstGeom prst="rect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5" name="Shape 105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3" name="Shape 10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10515600" cy="822960"/>
          </a:xfrm>
        </p:spPr>
        <p:txBody>
          <a:bodyPr wrap="square" anchor="ctr">
            <a:norm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515600" cy="5029200"/>
          </a:xfrm>
        </p:spPr>
        <p:txBody>
          <a:bodyPr wrap="square" anchor="t">
            <a:noAutofit/>
          </a:bodyPr>
          <a:lstStyle/>
          <a:p>
            <a:pPr lvl="0">
              <a:defRPr sz="1800" b="0">
                <a:solidFill>
                  <a:srgbClr val="333333"/>
                </a:solidFill>
                <a:latin typeface="Calibri"/>
              </a:defRPr>
            </a:pPr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  <p:bg>
      <p:bgPr>
        <a:solidFill>
          <a:srgbClr val="FFFFFF"/>
        </a:solidFill>
      </p:bgPr>
    </p:bg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11"/>
          <p:cNvSpPr/>
          <p:nvPr/>
        </p:nvSpPr>
        <p:spPr>
          <a:xfrm>
            <a:off x="10058400" y="5029200"/>
            <a:ext cx="1828800" cy="1828800"/>
          </a:xfrm>
          <a:prstGeom prst="ellipse">
            <a:avLst/>
          </a:prstGeom>
          <a:solidFill>
            <a:srgbClr val="6DAEFE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0" name="Shape 110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8" name="Shape 108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10515600" cy="822960"/>
          </a:xfrm>
        </p:spPr>
        <p:txBody>
          <a:bodyPr wrap="square" anchor="ctr">
            <a:norm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  <p:bg>
      <p:bgPr>
        <a:solidFill>
          <a:srgbClr val="FFFFFF"/>
        </a:solidFill>
      </p:bgPr>
    </p:bg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/>
        </p:nvSpPr>
        <p:spPr>
          <a:xfrm>
            <a:off x="731520" y="3383280"/>
            <a:ext cx="274320" cy="274320"/>
          </a:xfrm>
          <a:prstGeom prst="rect">
            <a:avLst/>
          </a:prstGeom>
          <a:solidFill>
            <a:srgbClr val="6DAEFE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4" name="Shape 114"/>
          <p:cNvSpPr/>
          <p:nvPr/>
        </p:nvSpPr>
        <p:spPr>
          <a:xfrm>
            <a:off x="731520" y="3200400"/>
            <a:ext cx="2286000" cy="54864"/>
          </a:xfrm>
          <a:prstGeom prst="rect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rot val="270"/>
            <a:off x="6400800" y="0"/>
            <a:ext cx="2743200" cy="2743200"/>
          </a:xfrm>
          <a:prstGeom prst="rtTriangle">
            <a:avLst/>
          </a:prstGeom>
          <a:solidFill>
            <a:srgbClr val="3D8BFD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2" name="Shape 11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B4B82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  <p:bg>
      <p:bgPr>
        <a:solidFill>
          <a:srgbClr val="0F2A4A"/>
        </a:solidFill>
      </p:bgPr>
    </p:bg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