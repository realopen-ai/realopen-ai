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.xml"/><Relationship Id="rId9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smtClean="0" sz="44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smtClean="0" sz="4400" b="1">
                <a:solidFill>
                  <a:srgbClr val="FFFFFF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3"/>
          <p:cNvSpPr/>
          <p:nvPr/>
        </p:nvSpPr>
        <p:spPr>
          <a:xfrm>
            <a:off x="9509760" y="4206240"/>
            <a:ext cx="3291840" cy="3291840"/>
          </a:xfrm>
          <a:prstGeom prst="ellipse">
            <a:avLst/>
          </a:prstGeom>
          <a:solidFill>
            <a:srgbClr val="41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3"/>
          <p:cNvSpPr/>
          <p:nvPr/>
        </p:nvSpPr>
        <p:spPr>
          <a:xfrm>
            <a:off x="10607040" y="3383280"/>
            <a:ext cx="1371600" cy="1371600"/>
          </a:xfrm>
          <a:prstGeom prst="ellipse">
            <a:avLst/>
          </a:prstGeom>
          <a:solidFill>
            <a:srgbClr val="17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Second level</a:t>
            </a:r>
          </a:p>
          <a:p>
            <a:pPr lvl="2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Third level</a:t>
            </a:r>
          </a:p>
          <a:p>
            <a:pPr lvl="3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Fourth level</a:t>
            </a:r>
          </a:p>
          <a:p>
            <a:pPr lvl="4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Second level</a:t>
            </a:r>
          </a:p>
          <a:p>
            <a:pPr lvl="2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Third level</a:t>
            </a:r>
          </a:p>
          <a:p>
            <a:pPr lvl="3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Fourth level</a:t>
            </a:r>
          </a:p>
          <a:p>
            <a:pPr lvl="4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Second level</a:t>
            </a:r>
          </a:p>
          <a:p>
            <a:pPr lvl="2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Third level</a:t>
            </a:r>
          </a:p>
          <a:p>
            <a:pPr lvl="3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Fourth level</a:t>
            </a:r>
          </a:p>
          <a:p>
            <a:pPr lvl="4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 sz="2000">
                <a:solidFill>
                  <a:srgbClr val="C7D3E2"/>
                </a:solidFill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Second level</a:t>
            </a:r>
          </a:p>
          <a:p>
            <a:pPr lvl="2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Third level</a:t>
            </a:r>
          </a:p>
          <a:p>
            <a:pPr lvl="3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Fourth level</a:t>
            </a:r>
          </a:p>
          <a:p>
            <a:pPr lvl="4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mtClean="0" sz="32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Second level</a:t>
            </a:r>
          </a:p>
          <a:p>
            <a:pPr lvl="2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Third level</a:t>
            </a:r>
          </a:p>
          <a:p>
            <a:pPr lvl="3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Fourth level</a:t>
            </a:r>
          </a:p>
          <a:p>
            <a:pPr lvl="4">
              <a:defRPr sz="2000">
                <a:solidFill>
                  <a:srgbClr val="C7D3E2"/>
                </a:solidFill>
              </a:defRPr>
            </a:pPr>
            <a:r>
              <a:rPr lang="en-US" smtClean="0" sz="2000" b="0">
                <a:solidFill>
                  <a:srgbClr val="C7D3E2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DBDFE2"/>
      </a:dk2>
      <a:lt2>
        <a:srgbClr val="B5C2D2"/>
      </a:lt2>
      <a:accent1>
        <a:srgbClr val="F2A33C"/>
      </a:accent1>
      <a:accent2>
        <a:srgbClr val="3E7CB1"/>
      </a:accent2>
      <a:accent3>
        <a:srgbClr val="356B9A"/>
      </a:accent3>
      <a:accent4>
        <a:srgbClr val="F9D6A7"/>
      </a:accent4>
      <a:accent5>
        <a:srgbClr val="8C6B3E"/>
      </a:accent5>
      <a:accent6>
        <a:srgbClr val="9EBED8"/>
      </a:accent6>
      <a:hlink>
        <a:srgbClr val="F2A33C"/>
      </a:hlink>
      <a:folHlink>
        <a:srgbClr val="3E7CB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