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sz="4400" b="1">
                <a:solidFill>
                  <a:srgbClr val="F3ECD9"/>
                </a:solidFill>
              </a:defRPr>
            </a:pPr>
            <a:r>
              <a:rPr lang="en-US" smtClean="0" sz="44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 sz="4400" b="1">
                <a:solidFill>
                  <a:srgbClr val="F3ECD9"/>
                </a:solidFill>
              </a:defRPr>
            </a:pPr>
            <a:r>
              <a:rPr lang="en-US" smtClean="0" sz="4400" b="1">
                <a:solidFill>
                  <a:srgbClr val="F3ECD9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3"/>
          <p:cNvSpPr/>
          <p:nvPr/>
        </p:nvSpPr>
        <p:spPr>
          <a:xfrm>
            <a:off x="384048" y="384048"/>
            <a:ext cx="11423904" cy="6089904"/>
          </a:xfrm>
          <a:prstGeom prst="rect">
            <a:avLst/>
          </a:prstGeom>
          <a:noFill/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  <a:p>
            <a:pPr lvl="1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Second level</a:t>
            </a:r>
          </a:p>
          <a:p>
            <a:pPr lvl="2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Third level</a:t>
            </a:r>
          </a:p>
          <a:p>
            <a:pPr lvl="3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Fourth level</a:t>
            </a:r>
          </a:p>
          <a:p>
            <a:pPr lvl="4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  <a:p>
            <a:pPr lvl="1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Second level</a:t>
            </a:r>
          </a:p>
          <a:p>
            <a:pPr lvl="2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Third level</a:t>
            </a:r>
          </a:p>
          <a:p>
            <a:pPr lvl="3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Fourth level</a:t>
            </a:r>
          </a:p>
          <a:p>
            <a:pPr lvl="4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  <a:p>
            <a:pPr lvl="1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Second level</a:t>
            </a:r>
          </a:p>
          <a:p>
            <a:pPr lvl="2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Third level</a:t>
            </a:r>
          </a:p>
          <a:p>
            <a:pPr lvl="3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Fourth level</a:t>
            </a:r>
          </a:p>
          <a:p>
            <a:pPr lvl="4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 sz="2000">
                <a:solidFill>
                  <a:srgbClr val="CFC4DE"/>
                </a:solidFill>
              </a:defRPr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  <a:p>
            <a:pPr lvl="1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Second level</a:t>
            </a:r>
          </a:p>
          <a:p>
            <a:pPr lvl="2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Third level</a:t>
            </a:r>
          </a:p>
          <a:p>
            <a:pPr lvl="3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Fourth level</a:t>
            </a:r>
          </a:p>
          <a:p>
            <a:pPr lvl="4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sz="3200" b="1">
                <a:solidFill>
                  <a:srgbClr val="F3ECD9"/>
                </a:solidFill>
              </a:defRPr>
            </a:pPr>
            <a:r>
              <a:rPr lang="en-US" smtClean="0" sz="3200" b="1">
                <a:solidFill>
                  <a:srgbClr val="F3ECD9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Click to edit Master text styles</a:t>
            </a:r>
          </a:p>
          <a:p>
            <a:pPr lvl="1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Second level</a:t>
            </a:r>
          </a:p>
          <a:p>
            <a:pPr lvl="2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Third level</a:t>
            </a:r>
          </a:p>
          <a:p>
            <a:pPr lvl="3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Fourth level</a:t>
            </a:r>
          </a:p>
          <a:p>
            <a:pPr lvl="4">
              <a:defRPr sz="2000">
                <a:solidFill>
                  <a:srgbClr val="CFC4DE"/>
                </a:solidFill>
              </a:defRPr>
            </a:pPr>
            <a:r>
              <a:rPr lang="en-US" smtClean="0" sz="2000" b="0">
                <a:solidFill>
                  <a:srgbClr val="CFC4DE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D4CDC0"/>
      </a:dk2>
      <a:lt2>
        <a:srgbClr val="BEB3CD"/>
      </a:lt2>
      <a:accent1>
        <a:srgbClr val="D4AF37"/>
      </a:accent1>
      <a:accent2>
        <a:srgbClr val="8E7CC3"/>
      </a:accent2>
      <a:accent3>
        <a:srgbClr val="7969A6"/>
      </a:accent3>
      <a:accent4>
        <a:srgbClr val="ECDBA5"/>
      </a:accent4>
      <a:accent5>
        <a:srgbClr val="856C35"/>
      </a:accent5>
      <a:accent6>
        <a:srgbClr val="C6BEE1"/>
      </a:accent6>
      <a:hlink>
        <a:srgbClr val="D4AF37"/>
      </a:hlink>
      <a:folHlink>
        <a:srgbClr val="8E7CC3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