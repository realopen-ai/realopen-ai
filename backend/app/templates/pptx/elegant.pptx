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/>
          <p:nvPr/>
        </p:nvSpPr>
        <p:spPr>
          <a:xfrm>
            <a:off x="731520" y="914400"/>
            <a:ext cx="18288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0"/>
          <a:fillRef idx="0"/>
          <a:effectRef idx="0"/>
        </p:style>
        <p:txBody>
          <a:bodyPr/>
          <a:lstStyle/>
          <a:p/>
        </p:txBody>
      </p:sp>
      <p:sp>
        <p:nvSpPr>
          <p:cNvPr id="101" name="Shape 101"/>
          <p:cNvSpPr/>
          <p:nvPr/>
        </p:nvSpPr>
        <p:spPr>
          <a:xfrm>
            <a:rot val="180"/>
            <a:off x="9601200" y="5029200"/>
            <a:ext cx="3200400" cy="2286000"/>
          </a:xfrm>
          <a:prstGeom prst="rtTriangle">
            <a:avLst/>
          </a:prstGeom>
          <a:solidFill>
            <a:srgbClr val="D4AF37"/>
          </a:solidFill>
          <a:ln>
            <a:noFill/>
          </a:ln>
        </p:spPr>
        <p:style>
          <a:lnRef idx="0"/>
          <a:fillRef idx="0"/>
          <a:effectRef idx="0"/>
        </p:style>
        <p:txBody>
          <a:bodyPr/>
          <a:lstStyle/>
          <a:p/>
        </p:txBody>
      </p:sp>
      <p:sp>
        <p:nvSpPr>
          <p:cNvPr id="100" name="Shape 100"/>
          <p:cNvSpPr/>
          <p:nvPr/>
        </p:nvSpPr>
        <p:spPr>
          <a:xfrm>
            <a:rot val="180"/>
            <a:off x="8686800" y="4114800"/>
            <a:ext cx="4114800" cy="3200400"/>
          </a:xfrm>
          <a:prstGeom prst="rtTriangle">
            <a:avLst/>
          </a:prstGeom>
          <a:solidFill>
            <a:srgbClr val="2C2C54"/>
          </a:solidFill>
          <a:ln>
            <a:noFill/>
          </a:ln>
        </p:spPr>
        <p:style>
          <a:lnRef idx="0"/>
          <a:fillRef idx="0"/>
          <a:effectRef idx="0"/>
        </p:style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371600"/>
            <a:ext cx="10515600" cy="1828800"/>
          </a:xfrm>
        </p:spPr>
        <p:txBody>
          <a:bodyPr wrap="square" anchor="t">
            <a:normAutofit/>
          </a:bodyPr>
          <a:lstStyle/>
          <a:p>
            <a:pPr>
              <a:defRPr sz="4400" b="1">
                <a:solidFill>
                  <a:srgbClr val="D4AF37"/>
                </a:solidFill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57600"/>
            <a:ext cx="10515600" cy="1828800"/>
          </a:xfrm>
        </p:spPr>
        <p:txBody>
          <a:bodyPr wrap="square">
            <a:norm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 sz="2000" b="0">
                <a:solidFill>
                  <a:srgbClr val="B8B8D0"/>
                </a:solidFill>
                <a:latin typeface="Calibri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  <p:bg>
      <p:bgPr>
        <a:solidFill>
          <a:srgbClr val="1A1A2E"/>
        </a:solidFill>
      </p:bgPr>
    </p:bg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/>
          <p:nvPr/>
        </p:nvSpPr>
        <p:spPr>
          <a:xfrm>
            <a:off x="11612880" y="137160"/>
            <a:ext cx="274320" cy="274320"/>
          </a:xfrm>
          <a:prstGeom prst="rect">
            <a:avLst/>
          </a:prstGeom>
          <a:solidFill>
            <a:srgbClr val="E8D080"/>
          </a:solidFill>
          <a:ln>
            <a:noFill/>
          </a:ln>
        </p:spPr>
        <p:style>
          <a:lnRef idx="0"/>
          <a:fillRef idx="0"/>
          <a:effectRef idx="0"/>
        </p:style>
        <p:txBody>
          <a:bodyPr/>
          <a:lstStyle/>
          <a:p/>
        </p:txBody>
      </p:sp>
      <p:sp>
        <p:nvSpPr>
          <p:cNvPr id="106" name="Shape 106"/>
          <p:cNvSpPr/>
          <p:nvPr/>
        </p:nvSpPr>
        <p:spPr>
          <a:xfrm>
            <a:off x="11338560" y="274320"/>
            <a:ext cx="45720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0"/>
          <a:fillRef idx="0"/>
          <a:effectRef idx="0"/>
        </p:style>
        <p:txBody>
          <a:bodyPr/>
          <a:lstStyle/>
          <a:p/>
        </p:txBody>
      </p:sp>
      <p:sp>
        <p:nvSpPr>
          <p:cNvPr id="105" name="Shape 105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0"/>
          <a:fillRef idx="0"/>
          <a:effectRef idx="0"/>
        </p:style>
        <p:txBody>
          <a:bodyPr/>
          <a:lstStyle/>
          <a:p/>
        </p:txBody>
      </p:sp>
      <p:sp>
        <p:nvSpPr>
          <p:cNvPr id="104" name="Shape 104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0"/>
          <a:fillRef idx="0"/>
          <a:effectRef idx="0"/>
        </p:style>
        <p:txBody>
          <a:bodyPr/>
          <a:lstStyle/>
          <a:p/>
        </p:txBody>
      </p:sp>
      <p:sp>
        <p:nvSpPr>
          <p:cNvPr id="103" name="Shape 10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0"/>
          <a:fillRef idx="0"/>
          <a:effectRef idx="0"/>
        </p:style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7160"/>
            <a:ext cx="10515600" cy="822960"/>
          </a:xfrm>
        </p:spPr>
        <p:txBody>
          <a:bodyPr wrap="square" anchor="ctr">
            <a:normAutofit/>
          </a:bodyPr>
          <a:lstStyle/>
          <a:p>
            <a:pPr>
              <a:defRPr sz="2800" b="1">
                <a:solidFill>
                  <a:srgbClr val="D4AF37"/>
                </a:solidFill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371600"/>
            <a:ext cx="10515600" cy="5029200"/>
          </a:xfrm>
        </p:spPr>
        <p:txBody>
          <a:bodyPr wrap="square" anchor="t">
            <a:noAutofit/>
          </a:bodyPr>
          <a:lstStyle/>
          <a:p>
            <a:pPr lvl="0">
              <a:defRPr sz="1800" b="0">
                <a:solidFill>
                  <a:srgbClr val="3D3D5C"/>
                </a:solidFill>
                <a:latin typeface="Calibri"/>
              </a:defRPr>
            </a:pPr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  <p:bg>
      <p:bgPr>
        <a:solidFill>
          <a:srgbClr val="F5F3F4"/>
        </a:solidFill>
      </p:bgPr>
    </p:bg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/>
          <p:nvPr/>
        </p:nvSpPr>
        <p:spPr>
          <a:xfrm>
            <a:off x="10058400" y="5029200"/>
            <a:ext cx="1828800" cy="1828800"/>
          </a:xfrm>
          <a:prstGeom prst="ellipse">
            <a:avLst/>
          </a:prstGeom>
          <a:solidFill>
            <a:srgbClr val="E8D080"/>
          </a:solidFill>
          <a:ln>
            <a:noFill/>
          </a:ln>
        </p:spPr>
        <p:style>
          <a:lnRef idx="0"/>
          <a:fillRef idx="0"/>
          <a:effectRef idx="0"/>
        </p:style>
        <p:txBody>
          <a:bodyPr/>
          <a:lstStyle/>
          <a:p/>
        </p:txBody>
      </p:sp>
      <p:sp>
        <p:nvSpPr>
          <p:cNvPr id="110" name="Shape 110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0"/>
          <a:fillRef idx="0"/>
          <a:effectRef idx="0"/>
        </p:style>
        <p:txBody>
          <a:bodyPr/>
          <a:lstStyle/>
          <a:p/>
        </p:txBody>
      </p:sp>
      <p:sp>
        <p:nvSpPr>
          <p:cNvPr id="109" name="Shape 109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0"/>
          <a:fillRef idx="0"/>
          <a:effectRef idx="0"/>
        </p:style>
        <p:txBody>
          <a:bodyPr/>
          <a:lstStyle/>
          <a:p/>
        </p:txBody>
      </p:sp>
      <p:sp>
        <p:nvSpPr>
          <p:cNvPr id="108" name="Shape 108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0"/>
          <a:fillRef idx="0"/>
          <a:effectRef idx="0"/>
        </p:style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7160"/>
            <a:ext cx="10515600" cy="822960"/>
          </a:xfrm>
        </p:spPr>
        <p:txBody>
          <a:bodyPr wrap="square" anchor="ctr">
            <a:normAutofit/>
          </a:bodyPr>
          <a:lstStyle/>
          <a:p>
            <a:pPr>
              <a:defRPr sz="3200" b="1">
                <a:solidFill>
                  <a:srgbClr val="D4AF37"/>
                </a:solidFill>
                <a:latin typeface="Calibri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  <p:bg>
      <p:bgPr>
        <a:solidFill>
          <a:srgbClr val="F5F3F4"/>
        </a:solidFill>
      </p:bgPr>
    </p:bg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/>
          <p:nvPr/>
        </p:nvSpPr>
        <p:spPr>
          <a:xfrm>
            <a:off x="731520" y="3383280"/>
            <a:ext cx="274320" cy="274320"/>
          </a:xfrm>
          <a:prstGeom prst="rect">
            <a:avLst/>
          </a:prstGeom>
          <a:solidFill>
            <a:srgbClr val="E8D080"/>
          </a:solidFill>
          <a:ln>
            <a:noFill/>
          </a:ln>
        </p:spPr>
        <p:style>
          <a:lnRef idx="0"/>
          <a:fillRef idx="0"/>
          <a:effectRef idx="0"/>
        </p:style>
        <p:txBody>
          <a:bodyPr/>
          <a:lstStyle/>
          <a:p/>
        </p:txBody>
      </p:sp>
      <p:sp>
        <p:nvSpPr>
          <p:cNvPr id="114" name="Shape 114"/>
          <p:cNvSpPr/>
          <p:nvPr/>
        </p:nvSpPr>
        <p:spPr>
          <a:xfrm>
            <a:off x="731520" y="3200400"/>
            <a:ext cx="228600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0"/>
          <a:fillRef idx="0"/>
          <a:effectRef idx="0"/>
        </p:style>
        <p:txBody>
          <a:bodyPr/>
          <a:lstStyle/>
          <a:p/>
        </p:txBody>
      </p:sp>
      <p:sp>
        <p:nvSpPr>
          <p:cNvPr id="113" name="Shape 113"/>
          <p:cNvSpPr/>
          <p:nvPr/>
        </p:nvSpPr>
        <p:spPr>
          <a:xfrm>
            <a:rot val="270"/>
            <a:off x="6400800" y="0"/>
            <a:ext cx="2743200" cy="2743200"/>
          </a:xfrm>
          <a:prstGeom prst="rtTriangle">
            <a:avLst/>
          </a:prstGeom>
          <a:solidFill>
            <a:srgbClr val="D4AF37"/>
          </a:solidFill>
          <a:ln>
            <a:noFill/>
          </a:ln>
        </p:spPr>
        <p:style>
          <a:lnRef idx="0"/>
          <a:fillRef idx="0"/>
          <a:effectRef idx="0"/>
        </p:style>
        <p:txBody>
          <a:bodyPr/>
          <a:lstStyle/>
          <a:p/>
        </p:txBody>
      </p:sp>
      <p:sp>
        <p:nvSpPr>
          <p:cNvPr id="112" name="Shape 112"/>
          <p:cNvSpPr/>
          <p:nvPr/>
        </p:nvSpPr>
        <p:spPr>
          <a:xfrm>
            <a:off x="7315200" y="0"/>
            <a:ext cx="5029200" cy="6858000"/>
          </a:xfrm>
          <a:prstGeom prst="rect">
            <a:avLst/>
          </a:prstGeom>
          <a:solidFill>
            <a:srgbClr val="2C2C54"/>
          </a:solidFill>
          <a:ln>
            <a:noFill/>
          </a:ln>
        </p:spPr>
        <p:style>
          <a:lnRef idx="0"/>
          <a:fillRef idx="0"/>
          <a:effectRef idx="0"/>
        </p:style>
        <p:txBody>
          <a:bodyPr/>
          <a:lstStyle/>
          <a:p/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  <p:bg>
      <p:bgPr>
        <a:solidFill>
          <a:srgbClr val="1A1A2E"/>
        </a:solidFill>
      </p:bgPr>
    </p:bg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